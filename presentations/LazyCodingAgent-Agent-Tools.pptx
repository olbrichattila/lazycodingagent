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2289" y="745693"/>
            <a:ext cx="291693" cy="291693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LazyCodingAgent — Agent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16002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7498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581C87"/>
                </a:solidFill>
                <a:latin typeface="Calibri"/>
              </a:rPr>
              <a:t>These are the functions the LazyCodingAgent LLM can call while helping you in the workspace. Each call uses JSON arguments; the app returns JSON results (errors include an error field).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289" y="745693"/>
            <a:ext cx="291693" cy="2479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read_file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Lets the agent inspect project files without executing code. Returns line-numbered text so it can cite locations; use offset and limit to read large files in chunks (up to 2000 lines, 16 MiB cap).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 (string) — required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offset (integer) — optional, 1-based start line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limit (integer) — optional, max lines (default 2000)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path, content (line-numbered), offset, lines_returned, total_lines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 message in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84378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132" y="745693"/>
            <a:ext cx="70006" cy="2187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write_file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Creates a new file or replaces an entire file in one step. The agent sends the full new content; missing parent folders are created automatically under the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 (string) — required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content (string) —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status, path, bytes_written, changed_paths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Optional: tracking_warning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185416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Agent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289" y="745693"/>
            <a:ext cx="291693" cy="2479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list_directory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Explores the project one directory at a time, like a single folder in a file browser. Lists immediate children (files, folders, symlinks) sorted by name, up to 500 entries per 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 (string) — optional, default project root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include_hidden (boolean) —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directory, entries[] (path, type, size), total_entries, truncated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84378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2289" y="745693"/>
            <a:ext cx="291693" cy="291693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glob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Finds many matching paths under a folder using wildcards (*, ?, **). Use when the agent knows a naming pattern (e.g. all units under src/) instead of walking directories one level at a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pattern (string) — required, e.g. src/**/*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 (string) — optional search root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include_hidden (boolean) —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directory, entries[] (path, type, size), total_entries, truncated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84378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2289" y="745693"/>
            <a:ext cx="291693" cy="291693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search_code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Searches file contents across the workspace, similar to IDE Find in Files. Supports literal text or regex, optional path and glob filters; skips oversized files, binary data, and returns up to 500 matches.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query (string) — required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 (string) — optional file or directory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glob (string) — optional path filter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regex, case_sensitive, include_hidden (boolean) —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matches[] (path, line, column, text), total_matches, truncated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84378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289" y="745693"/>
            <a:ext cx="291693" cy="2479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apply_patch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Applies multi-line edits using standard unified diff format. The agent validates every hunk before writing; can create, modify, or delete files—preferred for structured code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patch (string) — required unified diff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status, changed_paths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Optional: warnings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error, error_kind, hint; may include partial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185416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Agent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942289" y="862370"/>
            <a:ext cx="291693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edit_file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Performs one exact search-and-replace in a single file. Best for a small, localized change when a full patch is awkward; old_text must match byte-for-byte exactly once in the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 (string) — required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old_text (string) — required, exact match once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new_text (string) —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status, changed_paths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Optional: tracking_warning, warnings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185416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Agent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289" y="745693"/>
            <a:ext cx="291693" cy="2479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shell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Runs terminal commands such as builds, tests, and package installs. Executes under the project root (or optional cwd) with a timeout; captures stdout/stderr and may refresh the workspace file tree after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command (string) — required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cwd (string) — optional working directory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timeout_ms (integer) — optional (default 120000)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exit_code, stdout, stderr, timed_out, cancelled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stdout_truncated, stderr_truncated, changed_paths, refresh_project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185416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Agent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5631" y="839035"/>
            <a:ext cx="105009" cy="1050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diagnostics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Shows compiler and linter messages so the agent can fix build errors. Read returns the last cached result; in Agent mode, build runs an auto-detected or custom command and parses output into structured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action (string) — required: read or build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target (string) — optional project/manifest/source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timeout_ms (integer) — optional for build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command (string) — optional custom build 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read: cached diagnostics JSON or status unavailable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build: status, messages[], runner, target, exit_code, stdout, stderr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580644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 (build action: Agent only)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5631" y="839035"/>
            <a:ext cx="105009" cy="1050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Read-only view of Git history and working tree changes. The agent can check status, diffs, log, and show commits—without committing, pushing, or other mutating Git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operation (string) — required: status | diff | log | show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revision (string) — optional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paths (array of strings) — optional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limit (integer) — optional, 1–100 for log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staged (boolean) — optional for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exit_code, stdout, stderr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Optional: error if Git failed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84378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5631" y="839035"/>
            <a:ext cx="105009" cy="1050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todo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Maintains a task checklist for the current chat session only. Helps the agent track what is pending, in progress, or done while working on a multi-step request (not saved to project files).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action (string) — required: read or replace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items (array) — required for replace: id, text, status per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items[] (id, text, status)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84378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289" y="745693"/>
            <a:ext cx="291693" cy="2479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create_plan_file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Saves a finished implementation plan as Markdown in the workspace .plan/ folder. Used in Plan mode so the user can review steps before Agent mode applies code changes; each file gets a unique timestamped name.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content (string) — required, markdown plan (max 1 MiB)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status, path, content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742432"/>
            <a:ext cx="229514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Plan,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2289" y="745693"/>
            <a:ext cx="291693" cy="291693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grep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097280"/>
            <a:ext cx="6839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FAE8FF"/>
                </a:solidFill>
                <a:latin typeface="Calibri"/>
              </a:rPr>
              <a:t>Alias for search_code — same behavior, inputs, and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Searches file contents across the workspace, similar to IDE Find in Files. Supports literal text or regex, optional path and glob filters; skips oversized files, binary data, and returns up to 500 matches.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query (string) — required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path (string) — optional file or directory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glob (string) — optional path filter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regex, case_sensitive, include_hidden (boolean) — optional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matches[] (path, line, column, text), total_matches, truncated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42432"/>
            <a:ext cx="284378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289" y="745693"/>
            <a:ext cx="291693" cy="2479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097280"/>
            <a:ext cx="6839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FAE8FF"/>
                </a:solidFill>
                <a:latin typeface="Calibri"/>
              </a:rPr>
              <a:t>Alias for shell — same behavior, inputs, and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Runs terminal commands such as builds, tests, and package installs. Executes under the project root (or optional cwd) with a timeout; captures stdout/stderr and may refresh the workspace file tree after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command (string) — required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cwd (string) — optional working directory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timeout_ms (integer) — optional (default 120000)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exit_code, stdout, stderr, timed_out, cancelled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stdout_truncated, stderr_truncated, changed_paths, refresh_project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42432"/>
            <a:ext cx="2185416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Agent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289" y="745693"/>
            <a:ext cx="291693" cy="2479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run_process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097280"/>
            <a:ext cx="6839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FAE8FF"/>
                </a:solidFill>
                <a:latin typeface="Calibri"/>
              </a:rPr>
              <a:t>Alias for shell — same behavior, inputs, and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Runs terminal commands such as builds, tests, and package installs. Executes under the project root (or optional cwd) with a timeout; captures stdout/stderr and may refresh the workspace file tree after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command (string) — required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cwd (string) — optional working directory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timeout_ms (integer) — optional (default 120000)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exit_code, stdout, stderr, timed_out, cancelled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stdout_truncated, stderr_truncated, changed_paths, refresh_project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42432"/>
            <a:ext cx="2185416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Agent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B21B6"/>
            </a:gs>
            <a:gs pos="100000">
              <a:srgbClr val="DB2777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5943600"/>
          </a:xfrm>
          <a:prstGeom prst="roundRect">
            <a:avLst>
              <a:gd name="adj" fmla="val 4000"/>
            </a:avLst>
          </a:prstGeom>
          <a:solidFill>
            <a:srgbClr val="FDF4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8229600" cy="868680"/>
          </a:xfrm>
          <a:prstGeom prst="roundRect">
            <a:avLst>
              <a:gd name="adj" fmla="val 12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626364"/>
            <a:ext cx="530352" cy="530352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5631" y="839035"/>
            <a:ext cx="105009" cy="1050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658368"/>
            <a:ext cx="68397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097280"/>
            <a:ext cx="6839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FAE8FF"/>
                </a:solidFill>
                <a:latin typeface="Calibri"/>
              </a:rPr>
              <a:t>Alias for todo — same behavior, inputs, and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2148839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0824"/>
            <a:ext cx="7498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81C87"/>
                </a:solidFill>
                <a:latin typeface="Calibri"/>
              </a:rPr>
              <a:t>Maintains a task checklist for the current chat session only. Helps the agent track what is pending, in progress, or done while working on a multi-step request (not saved to project files).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19272"/>
            <a:ext cx="164592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319272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action (string) — required: read or replace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items (array) — required for replace: id, text, status per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30168"/>
            <a:ext cx="3657600" cy="2148840"/>
          </a:xfrm>
          <a:prstGeom prst="rect">
            <a:avLst/>
          </a:prstGeom>
          <a:noFill/>
        </p:spPr>
        <p:txBody>
          <a:bodyPr wrap="square" lIns="2540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items[] (id, text, status)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5F7"/>
                </a:solidFill>
                <a:latin typeface="Calibri"/>
              </a:rPr>
              <a:t>● </a:t>
            </a:r>
            <a:r>
              <a:rPr sz="1300" b="0" i="0">
                <a:solidFill>
                  <a:srgbClr val="581C87"/>
                </a:solidFill>
                <a:latin typeface="Calibri"/>
              </a:rPr>
              <a:t>On failure: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42432"/>
            <a:ext cx="2843784" cy="256032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524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 wrap="none"/>
          <a:lstStyle/>
          <a:p>
            <a:pPr algn="ctr"/>
            <a:r>
              <a:rPr sz="1300" b="1" i="0">
                <a:solidFill>
                  <a:srgbClr val="9333EA"/>
                </a:solidFill>
                <a:latin typeface="Calibri"/>
              </a:rPr>
              <a:t>Modes: Ask, Plan,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